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DBMS</a:t>
            </a:r>
          </a:p>
          <a:p>
            <a:r>
              <a:t>Database models</a:t>
            </a:r>
          </a:p>
          <a:p>
            <a:r>
              <a:t>Relational databases</a:t>
            </a:r>
          </a:p>
          <a:p>
            <a:r>
              <a:t>SQL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DBMS?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DBMS is software used to manage databases.</a:t>
            </a:r>
          </a:p>
          <a:p>
            <a:r>
              <a:t>It provides data storage and retrieval.</a:t>
            </a:r>
          </a:p>
          <a:p>
            <a:r>
              <a:t>It improves security and data consistency.</a:t>
            </a:r>
          </a:p>
          <a:p>
            <a:r>
              <a:t>Examples: MySQL, PostgreSQL and Oracle.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Normalization reduces data redundancy.</a:t>
            </a:r>
          </a:p>
          <a:p>
            <a:r>
              <a:t>1NF removes repeating groups.</a:t>
            </a:r>
          </a:p>
          <a:p>
            <a:r>
              <a:t>2NF removes partial dependency.</a:t>
            </a:r>
          </a:p>
          <a:p>
            <a:r>
              <a:t>3NF removes transitive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Keys in a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key uniquely identifies a record.</a:t>
            </a:r>
          </a:p>
          <a:p>
            <a:r>
              <a:t>Foreign key connects related tables.</a:t>
            </a:r>
          </a:p>
          <a:p>
            <a:r>
              <a:t>Candidate keys can uniquely identify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- retrieve data</a:t>
            </a:r>
          </a:p>
          <a:p>
            <a:r>
              <a:t>INSERT - add data</a:t>
            </a:r>
          </a:p>
          <a:p>
            <a:r>
              <a:t>UPDATE - modify data</a:t>
            </a:r>
          </a:p>
          <a:p>
            <a:r>
              <a:t>DELETE - remove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